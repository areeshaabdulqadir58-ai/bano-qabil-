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14" autoAdjust="0"/>
    <p:restoredTop sz="94660"/>
  </p:normalViewPr>
  <p:slideViewPr>
    <p:cSldViewPr snapToGrid="0">
      <p:cViewPr varScale="1">
        <p:scale>
          <a:sx n="68" d="100"/>
          <a:sy n="68" d="100"/>
        </p:scale>
        <p:origin x="6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F259457B-7983-4CED-9EE3-AE43CD201F8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217F257B-FE25-49B9-B922-2D18A677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26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457B-7983-4CED-9EE3-AE43CD201F8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257B-FE25-49B9-B922-2D18A677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20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259457B-7983-4CED-9EE3-AE43CD201F8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17F257B-FE25-49B9-B922-2D18A677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434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457B-7983-4CED-9EE3-AE43CD201F8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257B-FE25-49B9-B922-2D18A677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82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457B-7983-4CED-9EE3-AE43CD201F8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257B-FE25-49B9-B922-2D18A677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72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457B-7983-4CED-9EE3-AE43CD201F8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257B-FE25-49B9-B922-2D18A677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31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457B-7983-4CED-9EE3-AE43CD201F8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257B-FE25-49B9-B922-2D18A677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9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457B-7983-4CED-9EE3-AE43CD201F8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257B-FE25-49B9-B922-2D18A677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57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457B-7983-4CED-9EE3-AE43CD201F8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257B-FE25-49B9-B922-2D18A677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7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457B-7983-4CED-9EE3-AE43CD201F8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257B-FE25-49B9-B922-2D18A677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00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259457B-7983-4CED-9EE3-AE43CD201F8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17F257B-FE25-49B9-B922-2D18A677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470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259457B-7983-4CED-9EE3-AE43CD201F8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17F257B-FE25-49B9-B922-2D18A677FE8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1174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259457B-7983-4CED-9EE3-AE43CD201F8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17F257B-FE25-49B9-B922-2D18A677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457B-7983-4CED-9EE3-AE43CD201F8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257B-FE25-49B9-B922-2D18A677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338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457B-7983-4CED-9EE3-AE43CD201F8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257B-FE25-49B9-B922-2D18A677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91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457B-7983-4CED-9EE3-AE43CD201F8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257B-FE25-49B9-B922-2D18A677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71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259457B-7983-4CED-9EE3-AE43CD201F8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17F257B-FE25-49B9-B922-2D18A677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3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9457B-7983-4CED-9EE3-AE43CD201F8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F257B-FE25-49B9-B922-2D18A677F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2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4000">
              <a:schemeClr val="accent1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291471"/>
            <a:ext cx="12191999" cy="1139825"/>
          </a:xfrm>
          <a:noFill/>
        </p:spPr>
        <p:txBody>
          <a:bodyPr>
            <a:normAutofit/>
          </a:bodyPr>
          <a:lstStyle/>
          <a:p>
            <a:pPr algn="ctr"/>
            <a:r>
              <a:rPr lang="en-US" cap="none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SELF PRESENTATION</a:t>
            </a:r>
            <a:endParaRPr lang="en-US" cap="none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3637" y="2679701"/>
            <a:ext cx="9448800" cy="685800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FINAL PROJECT</a:t>
            </a:r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584960" y="3784600"/>
            <a:ext cx="4856480" cy="14782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  <a:t>PRESENTED BY</a:t>
            </a:r>
          </a:p>
          <a:p>
            <a:pPr algn="ctr"/>
            <a:r>
              <a:rPr lang="en-US" sz="32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  <a:t>AREESHA ABDUL QADIR</a:t>
            </a:r>
            <a:endParaRPr 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7175683" y="3784601"/>
            <a:ext cx="3026005" cy="11531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  <a:t>INSTRUCTOR </a:t>
            </a:r>
          </a:p>
          <a:p>
            <a:pPr algn="ctr"/>
            <a:r>
              <a:rPr lang="en-US" sz="32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  <a:t>SIR FAHAD</a:t>
            </a:r>
            <a:endParaRPr 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727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 w="38100">
            <a:noFill/>
          </a:ln>
        </p:spPr>
        <p:txBody>
          <a:bodyPr>
            <a:normAutofit fontScale="90000"/>
          </a:bodyPr>
          <a:lstStyle/>
          <a:p>
            <a:pPr algn="ctr"/>
            <a:r>
              <a:rPr lang="en-US" sz="4800" cap="none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INTRODUCTION AND PERSONALITY TRAITS</a:t>
            </a:r>
            <a:endParaRPr lang="en-US" sz="4800" cap="none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83802"/>
            <a:ext cx="5308600" cy="823912"/>
          </a:xfr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INTRODUCTION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2000" dirty="0"/>
              <a:t>N</a:t>
            </a:r>
            <a:r>
              <a:rPr lang="en-US" sz="2000" dirty="0" smtClean="0"/>
              <a:t>ame </a:t>
            </a:r>
            <a:r>
              <a:rPr lang="en-US" sz="2000" b="1" dirty="0" smtClean="0"/>
              <a:t>AREESHA ABDUL QADIR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Q</a:t>
            </a:r>
            <a:r>
              <a:rPr lang="en-US" sz="2000" dirty="0" smtClean="0"/>
              <a:t>ualification  </a:t>
            </a:r>
            <a:r>
              <a:rPr lang="en-US" sz="2000" b="1" dirty="0" smtClean="0"/>
              <a:t>Intermediate.</a:t>
            </a:r>
          </a:p>
          <a:p>
            <a:r>
              <a:rPr lang="en-US" sz="2000" dirty="0" smtClean="0"/>
              <a:t>Age</a:t>
            </a:r>
            <a:r>
              <a:rPr lang="en-US" sz="2000" b="1" dirty="0" smtClean="0"/>
              <a:t> 18 years.</a:t>
            </a:r>
          </a:p>
          <a:p>
            <a:r>
              <a:rPr lang="en-US" sz="2000" dirty="0" smtClean="0"/>
              <a:t>Nationality </a:t>
            </a:r>
            <a:r>
              <a:rPr lang="en-US" sz="2000" b="1" dirty="0" smtClean="0"/>
              <a:t>Pakistani</a:t>
            </a:r>
            <a:endParaRPr lang="en-US" sz="2000" dirty="0" smtClean="0"/>
          </a:p>
          <a:p>
            <a:r>
              <a:rPr lang="en-US" sz="2000" dirty="0" smtClean="0"/>
              <a:t>Learning Course </a:t>
            </a:r>
            <a:r>
              <a:rPr lang="en-US" sz="2000" b="1" dirty="0" smtClean="0"/>
              <a:t>CIT.</a:t>
            </a:r>
            <a:endParaRPr lang="en-US" sz="2000" dirty="0" smtClean="0"/>
          </a:p>
          <a:p>
            <a:r>
              <a:rPr lang="en-US" sz="2000" dirty="0" smtClean="0"/>
              <a:t>Learning Skills </a:t>
            </a:r>
            <a:r>
              <a:rPr lang="en-US" sz="2000" b="1" dirty="0" smtClean="0"/>
              <a:t>stitching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6172200" y="2183802"/>
            <a:ext cx="5334000" cy="823912"/>
          </a:xfr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PERSONALITY TRAITS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4"/>
          </p:nvPr>
        </p:nvSpPr>
        <p:spPr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/>
          <a:lstStyle/>
          <a:p>
            <a:pPr algn="l"/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Hardworking 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Creative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</a:t>
            </a:r>
            <a:r>
              <a:rPr lang="en-US" dirty="0" smtClean="0"/>
              <a:t> </a:t>
            </a: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Punctual  </a:t>
            </a: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 attitude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765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5687" y="762000"/>
            <a:ext cx="8996313" cy="1295400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US" sz="2400" cap="none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 STRENGHTS ,WEAKNESSES , HOBBIES AND INTERESTS</a:t>
            </a:r>
            <a:endParaRPr lang="en-US" sz="2400" cap="none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28600" y="2057400"/>
            <a:ext cx="3713481" cy="893190"/>
          </a:xfr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sz="36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STRENGHTS</a:t>
            </a:r>
            <a:endParaRPr lang="en-US" sz="36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330201" y="3244423"/>
            <a:ext cx="3611880" cy="3086019"/>
          </a:xfr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problem-solving skills </a:t>
            </a: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 attitude </a:t>
            </a: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Quick learner </a:t>
            </a: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Ability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work under pressure </a:t>
            </a: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emotions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4315464" y="2057401"/>
            <a:ext cx="3611880" cy="893190"/>
          </a:xfr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WEAKNESSES</a:t>
            </a:r>
            <a:endParaRPr lang="en-US" sz="36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4315464" y="3244423"/>
            <a:ext cx="3611880" cy="3086019"/>
          </a:xfr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Demotivated when not succeed</a:t>
            </a: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Very Talkative</a:t>
            </a: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thinker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Aggressive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management </a:t>
            </a: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research</a:t>
            </a: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to feedback</a:t>
            </a:r>
          </a:p>
        </p:txBody>
      </p:sp>
      <p:sp>
        <p:nvSpPr>
          <p:cNvPr id="12" name="Content Placeholder 7"/>
          <p:cNvSpPr txBox="1">
            <a:spLocks/>
          </p:cNvSpPr>
          <p:nvPr/>
        </p:nvSpPr>
        <p:spPr>
          <a:xfrm>
            <a:off x="8300727" y="3244423"/>
            <a:ext cx="3615937" cy="30860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new languages</a:t>
            </a: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Exploring new technologies</a:t>
            </a: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computer skills</a:t>
            </a: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Playing games</a:t>
            </a: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speaking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Placeholder 6"/>
          <p:cNvSpPr txBox="1">
            <a:spLocks/>
          </p:cNvSpPr>
          <p:nvPr/>
        </p:nvSpPr>
        <p:spPr>
          <a:xfrm>
            <a:off x="8300727" y="2057400"/>
            <a:ext cx="3611880" cy="8543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HOBBIES AND INTERESTS</a:t>
            </a:r>
            <a:endParaRPr lang="en-US" sz="24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890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 w="38100">
            <a:noFill/>
          </a:ln>
        </p:spPr>
        <p:txBody>
          <a:bodyPr>
            <a:normAutofit/>
          </a:bodyPr>
          <a:lstStyle/>
          <a:p>
            <a:pPr algn="ctr"/>
            <a:r>
              <a:rPr lang="en-US" sz="3200" b="1" cap="none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ACHIEVEMENTS AND SKILLS LEARNED IN THIS COURSE</a:t>
            </a:r>
            <a:endParaRPr lang="en-US" sz="3200" b="1" cap="none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83802"/>
            <a:ext cx="5308600" cy="823912"/>
          </a:xfr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US" sz="2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ACHIEVEMENTS</a:t>
            </a:r>
            <a:endParaRPr lang="en-US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/>
          <a:lstStyle/>
          <a:p>
            <a:pPr algn="just"/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</a:t>
            </a:r>
          </a:p>
          <a:p>
            <a:pPr marL="0" indent="0" algn="just">
              <a:buNone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position</a:t>
            </a:r>
          </a:p>
          <a:p>
            <a:pPr algn="just"/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SECONDARY</a:t>
            </a:r>
          </a:p>
          <a:p>
            <a:pPr marL="0" indent="0" algn="just">
              <a:buNone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Securing A+ in matriculation</a:t>
            </a:r>
          </a:p>
          <a:p>
            <a:pPr algn="just"/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INTERMEDIATE</a:t>
            </a:r>
          </a:p>
          <a:p>
            <a:pPr marL="0" indent="0" algn="just">
              <a:buNone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Securing A+ In Intermediate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2183802"/>
            <a:ext cx="5334000" cy="823912"/>
          </a:xfr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US" sz="21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SKILS LEARNED IN THIS COURSE</a:t>
            </a:r>
            <a:endParaRPr lang="en-US" sz="21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Communication skills</a:t>
            </a: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</a:t>
            </a: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</a:t>
            </a: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 word</a:t>
            </a: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</a:t>
            </a:r>
          </a:p>
          <a:p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Powerpoint</a:t>
            </a: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353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922308" y="762000"/>
            <a:ext cx="8583891" cy="1295400"/>
          </a:xfrm>
          <a:ln w="38100">
            <a:noFill/>
          </a:ln>
        </p:spPr>
        <p:txBody>
          <a:bodyPr/>
          <a:lstStyle/>
          <a:p>
            <a:r>
              <a:rPr lang="en-US" cap="none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FAVOURITE TOPIC AND TOOL</a:t>
            </a:r>
            <a:endParaRPr lang="en-US" cap="none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52487" y="2057400"/>
            <a:ext cx="5541914" cy="921470"/>
          </a:xfr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rmAutofit fontScale="92500"/>
          </a:bodyPr>
          <a:lstStyle/>
          <a:p>
            <a:pPr algn="ctr"/>
            <a:r>
              <a:rPr lang="en-US" sz="24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FAVOURITE TOPIC</a:t>
            </a:r>
          </a:p>
          <a:p>
            <a:pPr algn="ctr"/>
            <a:r>
              <a:rPr lang="en-US" sz="24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CREATIVE DESIGNS AND INNOVATIONS</a:t>
            </a:r>
            <a:endParaRPr lang="en-US" sz="24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452488" y="3132666"/>
            <a:ext cx="5545088" cy="3086019"/>
          </a:xfr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love creative designs because they allow me to turn ideas into visual art.</a:t>
            </a:r>
          </a:p>
          <a:p>
            <a:pPr algn="just">
              <a:lnSpc>
                <a:spcPct val="100000"/>
              </a:lnSpc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Innovation excites me because it helps create new and better solutions.</a:t>
            </a:r>
          </a:p>
          <a:p>
            <a:pPr algn="just">
              <a:lnSpc>
                <a:spcPct val="100000"/>
              </a:lnSpc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Together, they inspire me to think differently and bring unique ideas to life.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>
          <a:xfrm>
            <a:off x="6172200" y="2057400"/>
            <a:ext cx="5334000" cy="921470"/>
          </a:xfr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24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FAVOURITE TOOL</a:t>
            </a:r>
          </a:p>
          <a:p>
            <a:pPr algn="ctr"/>
            <a:r>
              <a:rPr lang="en-US" sz="24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CANVA</a:t>
            </a:r>
            <a:endParaRPr lang="en-US" sz="24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Easy and creative tool</a:t>
            </a:r>
          </a:p>
          <a:p>
            <a:pPr algn="just"/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 templates, images, icons, and fonts</a:t>
            </a:r>
          </a:p>
          <a:p>
            <a:pPr algn="just"/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Ready-made templates that save time</a:t>
            </a:r>
          </a:p>
          <a:p>
            <a:pPr algn="just"/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my creativity and digital skills</a:t>
            </a:r>
          </a:p>
          <a:p>
            <a:pPr algn="just"/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beautiful designs quickly.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824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 w="38100">
            <a:noFill/>
          </a:ln>
        </p:spPr>
        <p:txBody>
          <a:bodyPr>
            <a:normAutofit/>
          </a:bodyPr>
          <a:lstStyle/>
          <a:p>
            <a:pPr algn="ctr"/>
            <a:r>
              <a:rPr lang="en-US" sz="3200" cap="none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ROLE MODEL AND FUTURE GOALS</a:t>
            </a:r>
            <a:endParaRPr lang="en-US" sz="3200" cap="none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83802"/>
            <a:ext cx="5308600" cy="823912"/>
          </a:xfr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 MODEL</a:t>
            </a:r>
            <a:endParaRPr lang="en-US" sz="40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just"/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parents have always supported me in my education.</a:t>
            </a:r>
          </a:p>
          <a:p>
            <a:pPr algn="just"/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encouraged me to learn new courses and develop my skills.</a:t>
            </a:r>
          </a:p>
          <a:p>
            <a:pPr algn="just"/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gave me the confidence to trust my creativity and abilities.</a:t>
            </a:r>
          </a:p>
          <a:p>
            <a:pPr algn="just"/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Their guidance and encouragement keep me motivated in everything I do.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2183077"/>
            <a:ext cx="5334000" cy="823912"/>
          </a:xfr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FUTURE GOALS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Focus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Learning / Growth</a:t>
            </a:r>
          </a:p>
          <a:p>
            <a:pPr marL="0" indent="0" algn="just">
              <a:buNone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enjoy learning new skills and exploring creative ideas every day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aim to keep improving myself and trying new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things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Focus on Creativity /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Passion</a:t>
            </a:r>
          </a:p>
          <a:p>
            <a:pPr marL="0" indent="0" algn="just">
              <a:buNone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love doing creative work and experimenting with new designs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 expressing my ideas visually and learning from each project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96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8359" y="1123480"/>
            <a:ext cx="7220932" cy="1295400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latin typeface="Arial Black" panose="020B0A04020102020204" pitchFamily="34" charset="0"/>
              </a:rPr>
              <a:t>QUESTIONS/ ANSWERS</a:t>
            </a:r>
            <a:endParaRPr lang="en-US" sz="3600" dirty="0">
              <a:latin typeface="Arial Black" panose="020B0A04020102020204" pitchFamily="34" charset="0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359" y="2875175"/>
            <a:ext cx="7220932" cy="374244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666338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222</TotalTime>
  <Words>340</Words>
  <Application>Microsoft Office PowerPoint</Application>
  <PresentationFormat>Widescreen</PresentationFormat>
  <Paragraphs>85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Arial Black</vt:lpstr>
      <vt:lpstr>Calibri</vt:lpstr>
      <vt:lpstr>Century Gothic</vt:lpstr>
      <vt:lpstr>Vapor Trail</vt:lpstr>
      <vt:lpstr>SELF PRESENTATION</vt:lpstr>
      <vt:lpstr>INTRODUCTION AND PERSONALITY TRAITS</vt:lpstr>
      <vt:lpstr> STRENGHTS ,WEAKNESSES , HOBBIES AND INTERESTS</vt:lpstr>
      <vt:lpstr>ACHIEVEMENTS AND SKILLS LEARNED IN THIS COURSE</vt:lpstr>
      <vt:lpstr>FAVOURITE TOPIC AND TOOL</vt:lpstr>
      <vt:lpstr>ROLE MODEL AND FUTURE GOALS</vt:lpstr>
      <vt:lpstr>QUESTIONS/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 PRESENTATION</dc:title>
  <dc:creator>Noman Traders</dc:creator>
  <cp:lastModifiedBy>Noman Traders</cp:lastModifiedBy>
  <cp:revision>18</cp:revision>
  <dcterms:created xsi:type="dcterms:W3CDTF">2025-09-25T08:36:29Z</dcterms:created>
  <dcterms:modified xsi:type="dcterms:W3CDTF">2025-09-27T09:23:59Z</dcterms:modified>
</cp:coreProperties>
</file>